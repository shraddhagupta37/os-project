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Tomorrow" panose="020B0604020202020204" charset="0"/>
      <p:regular r:id="rId11"/>
    </p:embeddedFont>
    <p:embeddedFont>
      <p:font typeface="Tomorrow Semi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183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35BE76CC-AA16-6F7B-8F47-5A9A69B61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09" y="4563069"/>
            <a:ext cx="13026271" cy="65794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063" y="569834"/>
            <a:ext cx="3823469" cy="23629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085481"/>
            <a:ext cx="13042821" cy="658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48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Title: Real-Time Process Monitoring System</a:t>
            </a:r>
            <a:endParaRPr lang="en-US" sz="4800" b="1" dirty="0"/>
          </a:p>
        </p:txBody>
      </p:sp>
      <p:sp>
        <p:nvSpPr>
          <p:cNvPr id="5" name="Text 2"/>
          <p:cNvSpPr/>
          <p:nvPr/>
        </p:nvSpPr>
        <p:spPr>
          <a:xfrm>
            <a:off x="793790" y="3846790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8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Team Members:</a:t>
            </a:r>
            <a:r>
              <a:rPr lang="en-US" sz="28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93790" y="4555450"/>
            <a:ext cx="13042821" cy="2616518"/>
          </a:xfrm>
          <a:prstGeom prst="roundRect">
            <a:avLst>
              <a:gd name="adj" fmla="val 34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1410" y="4563070"/>
            <a:ext cx="13026271" cy="650319"/>
          </a:xfrm>
          <a:prstGeom prst="rect">
            <a:avLst/>
          </a:prstGeom>
          <a:solidFill>
            <a:schemeClr val="accent1">
              <a:lumMod val="40000"/>
              <a:lumOff val="60000"/>
              <a:alpha val="4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</p:sp>
      <p:sp>
        <p:nvSpPr>
          <p:cNvPr id="8" name="Text 5"/>
          <p:cNvSpPr/>
          <p:nvPr/>
        </p:nvSpPr>
        <p:spPr>
          <a:xfrm>
            <a:off x="1029653" y="470677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Roll No.</a:t>
            </a:r>
            <a:endParaRPr lang="en-US" sz="2000" b="1" dirty="0"/>
          </a:p>
        </p:txBody>
      </p:sp>
      <p:sp>
        <p:nvSpPr>
          <p:cNvPr id="9" name="Text 6"/>
          <p:cNvSpPr/>
          <p:nvPr/>
        </p:nvSpPr>
        <p:spPr>
          <a:xfrm>
            <a:off x="5375077" y="4706779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Name</a:t>
            </a:r>
            <a:endParaRPr lang="en-US" sz="2000" b="1" dirty="0"/>
          </a:p>
        </p:txBody>
      </p:sp>
      <p:sp>
        <p:nvSpPr>
          <p:cNvPr id="10" name="Text 7"/>
          <p:cNvSpPr/>
          <p:nvPr/>
        </p:nvSpPr>
        <p:spPr>
          <a:xfrm>
            <a:off x="9716691" y="470677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Reg. No.</a:t>
            </a:r>
            <a:endParaRPr lang="en-US" sz="2000" b="1" dirty="0"/>
          </a:p>
        </p:txBody>
      </p:sp>
      <p:sp>
        <p:nvSpPr>
          <p:cNvPr id="11" name="Shape 8"/>
          <p:cNvSpPr/>
          <p:nvPr/>
        </p:nvSpPr>
        <p:spPr>
          <a:xfrm>
            <a:off x="801410" y="5213390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</p:sp>
      <p:sp>
        <p:nvSpPr>
          <p:cNvPr id="12" name="Text 9"/>
          <p:cNvSpPr/>
          <p:nvPr/>
        </p:nvSpPr>
        <p:spPr>
          <a:xfrm>
            <a:off x="1029653" y="535709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04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375077" y="5357098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Shraddha Gupta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9716691" y="535709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12304195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801410" y="5863709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</p:sp>
      <p:sp>
        <p:nvSpPr>
          <p:cNvPr id="16" name="Text 13"/>
          <p:cNvSpPr/>
          <p:nvPr/>
        </p:nvSpPr>
        <p:spPr>
          <a:xfrm>
            <a:off x="1029653" y="600741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23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375077" y="6007418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Shreyansh Tripathi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9716691" y="600741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12324670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801410" y="6514028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</p:sp>
      <p:sp>
        <p:nvSpPr>
          <p:cNvPr id="20" name="Text 17"/>
          <p:cNvSpPr/>
          <p:nvPr/>
        </p:nvSpPr>
        <p:spPr>
          <a:xfrm>
            <a:off x="1029653" y="6657737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48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375077" y="6657737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Khushi Gupta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9716691" y="6657737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12303449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438EF6-AC6B-BF88-E932-5AFECB11FE04}"/>
              </a:ext>
            </a:extLst>
          </p:cNvPr>
          <p:cNvSpPr/>
          <p:nvPr/>
        </p:nvSpPr>
        <p:spPr>
          <a:xfrm>
            <a:off x="12779298" y="7772400"/>
            <a:ext cx="1851102" cy="4535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D4EBD35-9620-8D81-A5F8-940FBC29B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94" y="5602067"/>
            <a:ext cx="13327011" cy="70110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80B8331-822D-7D9C-5207-79D60E192681}"/>
              </a:ext>
            </a:extLst>
          </p:cNvPr>
          <p:cNvSpPr/>
          <p:nvPr/>
        </p:nvSpPr>
        <p:spPr>
          <a:xfrm>
            <a:off x="702527" y="2818446"/>
            <a:ext cx="13325707" cy="700326"/>
          </a:xfrm>
          <a:prstGeom prst="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84384" y="616268"/>
            <a:ext cx="5603200" cy="700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6000" b="1" dirty="0">
                <a:solidFill>
                  <a:srgbClr val="2E2E47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Project Overview</a:t>
            </a:r>
            <a:endParaRPr lang="en-US" sz="6000" b="1" dirty="0">
              <a:latin typeface="Tomorrow" panose="020B06040202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4384" y="1764744"/>
            <a:ext cx="13061633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desktop-based </a:t>
            </a:r>
            <a:r>
              <a:rPr lang="en-US" sz="24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real-time process monitoring system</a:t>
            </a: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that tracks system resource usage, providing insights into CPU and memory consumption.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84384" y="2938700"/>
            <a:ext cx="3361849" cy="443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600" dirty="0">
                <a:solidFill>
                  <a:srgbClr val="2E2E47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</a:t>
            </a:r>
            <a:r>
              <a:rPr lang="en-US" sz="3200" b="1" dirty="0">
                <a:solidFill>
                  <a:srgbClr val="2E2E47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Objectives</a:t>
            </a:r>
            <a:r>
              <a:rPr lang="en-US" sz="2600" b="1" dirty="0">
                <a:solidFill>
                  <a:srgbClr val="2E2E47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:</a:t>
            </a:r>
            <a:endParaRPr lang="en-US" sz="2600" dirty="0">
              <a:latin typeface="Tomorrow" panose="020B060402020202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84384" y="3597116"/>
            <a:ext cx="1306163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Helps users </a:t>
            </a:r>
            <a:r>
              <a:rPr lang="en-US" sz="24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monitor and manage</a:t>
            </a: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system performance.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84384" y="4033957"/>
            <a:ext cx="1306163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Detects high-resource-consuming processes.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84384" y="4470797"/>
            <a:ext cx="1306163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Provides tools to </a:t>
            </a:r>
            <a:r>
              <a:rPr lang="en-US" sz="24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kill, start, and filter</a:t>
            </a: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processes.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84384" y="4907637"/>
            <a:ext cx="1306163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Useful for system administrators and developers.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84384" y="5723096"/>
            <a:ext cx="3740348" cy="443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⚙</a:t>
            </a:r>
            <a:r>
              <a:rPr lang="en-US" sz="2600" dirty="0">
                <a:solidFill>
                  <a:srgbClr val="2E2E47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</a:t>
            </a:r>
            <a:r>
              <a:rPr lang="en-US" sz="3200" b="1" dirty="0">
                <a:solidFill>
                  <a:srgbClr val="2E2E47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How does it work?</a:t>
            </a:r>
            <a:endParaRPr lang="en-US" sz="3200" dirty="0">
              <a:latin typeface="Tomorrow" panose="020B060402020202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84384" y="6381512"/>
            <a:ext cx="1306163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Continuously fetches </a:t>
            </a:r>
            <a:r>
              <a:rPr lang="en-US" sz="2400" b="1" dirty="0">
                <a:solidFill>
                  <a:srgbClr val="3C3939"/>
                </a:solidFill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CPU &amp; Memory stats</a:t>
            </a:r>
            <a:r>
              <a:rPr lang="en-US" sz="2400" dirty="0">
                <a:solidFill>
                  <a:srgbClr val="3C3939"/>
                </a:solidFill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 using </a:t>
            </a:r>
            <a:r>
              <a:rPr lang="en-US" sz="2400" b="1" dirty="0">
                <a:solidFill>
                  <a:srgbClr val="3C3939"/>
                </a:solidFill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psutil</a:t>
            </a:r>
            <a:r>
              <a:rPr lang="en-US" sz="2400" dirty="0">
                <a:solidFill>
                  <a:srgbClr val="3C3939"/>
                </a:solidFill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2400" dirty="0">
              <a:latin typeface="Tomorrow" panose="020B060402020202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84384" y="6818352"/>
            <a:ext cx="1306163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Displays </a:t>
            </a:r>
            <a:r>
              <a:rPr lang="en-US" sz="24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graphical real-time usage trends</a:t>
            </a: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using </a:t>
            </a:r>
            <a:r>
              <a:rPr lang="en-US" sz="24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Matplotlib</a:t>
            </a: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84384" y="7255193"/>
            <a:ext cx="1306163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Allows </a:t>
            </a:r>
            <a:r>
              <a:rPr lang="en-US" sz="24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process control (start/kill/export)</a:t>
            </a: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via a user-friendly </a:t>
            </a:r>
            <a:r>
              <a:rPr lang="en-US" sz="24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Tkinter GUI</a:t>
            </a: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51790B-9997-3505-CEDC-ABA13CB36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7055" y="7692034"/>
            <a:ext cx="1853345" cy="4511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C9FD7DC-BF78-B6F3-3CFC-E129E133DA4C}"/>
              </a:ext>
            </a:extLst>
          </p:cNvPr>
          <p:cNvSpPr/>
          <p:nvPr/>
        </p:nvSpPr>
        <p:spPr>
          <a:xfrm>
            <a:off x="635620" y="691376"/>
            <a:ext cx="7530402" cy="1628078"/>
          </a:xfrm>
          <a:prstGeom prst="rect">
            <a:avLst/>
          </a:prstGeom>
          <a:solidFill>
            <a:schemeClr val="accent6"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793790" y="12342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b="1" dirty="0">
                <a:solidFill>
                  <a:srgbClr val="2E2E47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Key Features</a:t>
            </a:r>
            <a:endParaRPr lang="en-US" sz="6000" b="1" dirty="0">
              <a:latin typeface="Tomorrow" panose="020B060402020202020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27" y="2620537"/>
            <a:ext cx="7966795" cy="47838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70FA88-81C8-66C7-261B-AFA3110B128A}"/>
              </a:ext>
            </a:extLst>
          </p:cNvPr>
          <p:cNvSpPr txBox="1"/>
          <p:nvPr/>
        </p:nvSpPr>
        <p:spPr>
          <a:xfrm>
            <a:off x="8423995" y="1320820"/>
            <a:ext cx="600717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omorrow" panose="020B0604020202020204" charset="0"/>
              </a:rPr>
              <a:t>Real-time</a:t>
            </a:r>
            <a:r>
              <a:rPr lang="en-US" sz="2400" dirty="0">
                <a:latin typeface="Tomorrow" panose="020B0604020202020204" charset="0"/>
              </a:rPr>
              <a:t> CPU &amp; Memory Usage Graphs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dirty="0">
              <a:latin typeface="Tomorrow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omorrow" panose="020B0604020202020204" charset="0"/>
              </a:rPr>
              <a:t>Color-coded </a:t>
            </a:r>
            <a:r>
              <a:rPr lang="en-US" sz="2400" dirty="0">
                <a:latin typeface="Tomorrow" panose="020B0604020202020204" charset="0"/>
              </a:rPr>
              <a:t>(red: high, yellow: medium, green: low) graphs for resource monitoring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dirty="0">
              <a:latin typeface="Tomorrow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omorrow" panose="020B0604020202020204" charset="0"/>
              </a:rPr>
              <a:t>Per-Core &amp; Overall </a:t>
            </a:r>
            <a:r>
              <a:rPr lang="en-US" sz="2400" dirty="0">
                <a:latin typeface="Tomorrow" panose="020B0604020202020204" charset="0"/>
              </a:rPr>
              <a:t>CPU Monitoring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dirty="0">
              <a:latin typeface="Tomorrow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omorrow" panose="020B0604020202020204" charset="0"/>
              </a:rPr>
              <a:t>Process </a:t>
            </a:r>
            <a:r>
              <a:rPr lang="en-US" sz="2400" b="1" dirty="0">
                <a:latin typeface="Tomorrow" panose="020B0604020202020204" charset="0"/>
              </a:rPr>
              <a:t>Filtering &amp; Sorting </a:t>
            </a:r>
            <a:r>
              <a:rPr lang="en-US" sz="2400" dirty="0">
                <a:latin typeface="Tomorrow" panose="020B0604020202020204" charset="0"/>
              </a:rPr>
              <a:t>(CPU, Memory, Type)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dirty="0">
              <a:latin typeface="Tomorrow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omorrow" panose="020B0604020202020204" charset="0"/>
              </a:rPr>
              <a:t>Kill &amp; Start </a:t>
            </a:r>
            <a:r>
              <a:rPr lang="en-US" sz="2400" dirty="0">
                <a:latin typeface="Tomorrow" panose="020B0604020202020204" charset="0"/>
              </a:rPr>
              <a:t>Process Controls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dirty="0">
              <a:latin typeface="Tomorrow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omorrow" panose="020B0604020202020204" charset="0"/>
              </a:rPr>
              <a:t>Export</a:t>
            </a:r>
            <a:r>
              <a:rPr lang="en-US" sz="2400" dirty="0">
                <a:latin typeface="Tomorrow" panose="020B0604020202020204" charset="0"/>
              </a:rPr>
              <a:t> Process Data (for logging &amp; analysis)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dirty="0">
              <a:latin typeface="Tomorrow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omorrow" panose="020B0604020202020204" charset="0"/>
              </a:rPr>
              <a:t>Adjustable</a:t>
            </a:r>
            <a:r>
              <a:rPr lang="en-US" sz="2400" dirty="0">
                <a:latin typeface="Tomorrow" panose="020B0604020202020204" charset="0"/>
              </a:rPr>
              <a:t> </a:t>
            </a:r>
            <a:r>
              <a:rPr lang="en-US" sz="2400" b="1" dirty="0">
                <a:latin typeface="Tomorrow" panose="020B0604020202020204" charset="0"/>
              </a:rPr>
              <a:t>Refresh </a:t>
            </a:r>
            <a:r>
              <a:rPr lang="en-US" sz="2400" dirty="0">
                <a:latin typeface="Tomorrow" panose="020B0604020202020204" charset="0"/>
              </a:rPr>
              <a:t>Frequency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dirty="0">
              <a:latin typeface="Tomorrow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omorrow" panose="020B0604020202020204" charset="0"/>
              </a:rPr>
              <a:t>Theme Toggle </a:t>
            </a:r>
            <a:r>
              <a:rPr lang="en-US" sz="2400" dirty="0">
                <a:latin typeface="Tomorrow" panose="020B0604020202020204" charset="0"/>
              </a:rPr>
              <a:t>for UI Customization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71C916-C8DF-30DB-AFFA-6F1ADB241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7055" y="7680643"/>
            <a:ext cx="1853345" cy="4511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B21371B-EA16-3B86-BEE1-0BAB05C53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832" y="3670954"/>
            <a:ext cx="4145639" cy="372625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9877571-4DC1-C10B-AFCD-DEE4338C2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397" y="2274849"/>
            <a:ext cx="4145639" cy="139610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D61B530-B6D6-8793-F961-2B3A2B207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832" y="2269805"/>
            <a:ext cx="4145639" cy="139610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F728ACF-0EB6-01CF-CA40-B06F012942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396" y="3665910"/>
            <a:ext cx="4145639" cy="372497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66B5F84-B2DC-D820-D53F-2FFA6C452282}"/>
              </a:ext>
            </a:extLst>
          </p:cNvPr>
          <p:cNvSpPr/>
          <p:nvPr/>
        </p:nvSpPr>
        <p:spPr>
          <a:xfrm>
            <a:off x="613317" y="2274849"/>
            <a:ext cx="4145017" cy="1392157"/>
          </a:xfrm>
          <a:prstGeom prst="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867EE9-80A9-E280-F181-0170B7AA1ACE}"/>
              </a:ext>
            </a:extLst>
          </p:cNvPr>
          <p:cNvSpPr/>
          <p:nvPr/>
        </p:nvSpPr>
        <p:spPr>
          <a:xfrm>
            <a:off x="613317" y="3667005"/>
            <a:ext cx="4145017" cy="3726253"/>
          </a:xfrm>
          <a:prstGeom prst="rect">
            <a:avLst/>
          </a:prstGeom>
          <a:solidFill>
            <a:schemeClr val="accent6">
              <a:lumMod val="60000"/>
              <a:lumOff val="4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93790" y="1115378"/>
            <a:ext cx="71563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b="1" dirty="0">
                <a:solidFill>
                  <a:srgbClr val="2E2E47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Module-wise Breakdown</a:t>
            </a:r>
            <a:endParaRPr lang="en-US" sz="6000" b="1" dirty="0">
              <a:latin typeface="Tomorrow" panose="020B06040202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391132"/>
            <a:ext cx="3978116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E2E47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System Usage Module </a:t>
            </a:r>
            <a:r>
              <a:rPr lang="en-US" sz="2650" i="1" dirty="0">
                <a:solidFill>
                  <a:srgbClr val="2E2E47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(Real-time Monitoring)</a:t>
            </a:r>
            <a:endParaRPr lang="en-US" sz="2650" dirty="0">
              <a:latin typeface="Tomorrow" panose="020B060402020202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07362" y="389382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Collects </a:t>
            </a:r>
            <a:r>
              <a:rPr lang="en-US" sz="20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CPU usage per core</a:t>
            </a: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&amp; </a:t>
            </a:r>
            <a:r>
              <a:rPr lang="en-US" sz="20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overall memory stats</a:t>
            </a: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7362" y="469892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Uses </a:t>
            </a:r>
            <a:r>
              <a:rPr lang="en-US" sz="20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Matplotlib</a:t>
            </a: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to display graphs dynamically.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7362" y="5507665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Updates values based on a </a:t>
            </a:r>
            <a:r>
              <a:rPr lang="en-US" sz="20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configurable refresh rate</a:t>
            </a: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32928" y="2391132"/>
            <a:ext cx="3978116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E2E47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Process Management Module</a:t>
            </a:r>
            <a:r>
              <a:rPr lang="en-US" sz="2650" i="1" dirty="0">
                <a:solidFill>
                  <a:srgbClr val="2E2E47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 (Process Control)</a:t>
            </a:r>
            <a:endParaRPr lang="en-US" sz="2650" dirty="0">
              <a:latin typeface="Tomorrow" panose="020B060402020202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32928" y="389382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Displays a </a:t>
            </a:r>
            <a:r>
              <a:rPr lang="en-US" sz="20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sortable list of running processes</a:t>
            </a: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32928" y="4698921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Provides </a:t>
            </a:r>
            <a:r>
              <a:rPr lang="en-US" sz="20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options to Kill or Start processes</a:t>
            </a: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32928" y="5504021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Allows </a:t>
            </a:r>
            <a:r>
              <a:rPr lang="en-US" sz="20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exporting process details</a:t>
            </a: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for analysis.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872067" y="2391132"/>
            <a:ext cx="3978116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E2E47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UI &amp; Filtering Module</a:t>
            </a:r>
            <a:r>
              <a:rPr lang="en-US" sz="2650" dirty="0">
                <a:solidFill>
                  <a:srgbClr val="2E2E47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 </a:t>
            </a:r>
            <a:r>
              <a:rPr lang="en-US" sz="2650" i="1" dirty="0">
                <a:solidFill>
                  <a:srgbClr val="2E2E47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(User Interaction &amp; Customization)</a:t>
            </a:r>
            <a:endParaRPr lang="en-US" sz="2650" dirty="0">
              <a:latin typeface="Tomorrow" panose="020B06040202020202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872067" y="389382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Built with </a:t>
            </a:r>
            <a:r>
              <a:rPr lang="en-US" sz="20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Tkinter</a:t>
            </a: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for a </a:t>
            </a:r>
            <a:r>
              <a:rPr lang="en-US" sz="20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responsive desktop UI</a:t>
            </a: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872067" y="4698921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Includes </a:t>
            </a:r>
            <a:r>
              <a:rPr lang="en-US" sz="20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filters</a:t>
            </a: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for </a:t>
            </a:r>
            <a:r>
              <a:rPr lang="en-US" sz="20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CPU %, Memory, and Process Type</a:t>
            </a: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872067" y="5504021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Offers a </a:t>
            </a:r>
            <a:r>
              <a:rPr lang="en-US" sz="20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theme toggle</a:t>
            </a: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(light/dark mode).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872067" y="6309122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Supports </a:t>
            </a:r>
            <a:r>
              <a:rPr lang="en-US" sz="20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custom refresh frequency selection</a:t>
            </a:r>
            <a:r>
              <a:rPr lang="en-US" sz="175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AA3BEC-30D2-7BA1-3BCF-432F2729C6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77055" y="7778457"/>
            <a:ext cx="1853345" cy="4511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216" y="609005"/>
            <a:ext cx="7949803" cy="692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6000" b="1" dirty="0">
                <a:solidFill>
                  <a:srgbClr val="2E2E47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Team Member Contributions</a:t>
            </a:r>
            <a:endParaRPr lang="en-US" sz="6000" b="1" dirty="0">
              <a:latin typeface="Tomorrow" panose="020B06040202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5216" y="1832610"/>
            <a:ext cx="110368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Team Member 1:</a:t>
            </a: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2400" b="1" i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(Backend &amp; Data Handling)</a:t>
            </a:r>
            <a:endParaRPr lang="en-US" sz="2400" b="1" dirty="0"/>
          </a:p>
        </p:txBody>
      </p:sp>
      <p:sp>
        <p:nvSpPr>
          <p:cNvPr id="4" name="Text 2"/>
          <p:cNvSpPr/>
          <p:nvPr/>
        </p:nvSpPr>
        <p:spPr>
          <a:xfrm>
            <a:off x="775216" y="2386251"/>
            <a:ext cx="110368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Implemented process monitoring (psutil).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5216" y="2818090"/>
            <a:ext cx="110368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Developed CPU &amp; Memory tracking functions.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5216" y="3249930"/>
            <a:ext cx="110368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Optimized data collection for real-time efficiency.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5216" y="3803571"/>
            <a:ext cx="110368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Team Member 2:</a:t>
            </a: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2400" b="1" i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(Graphing &amp; UI Development)</a:t>
            </a:r>
            <a:endParaRPr lang="en-US" sz="2400" b="1" dirty="0"/>
          </a:p>
        </p:txBody>
      </p:sp>
      <p:sp>
        <p:nvSpPr>
          <p:cNvPr id="8" name="Text 6"/>
          <p:cNvSpPr/>
          <p:nvPr/>
        </p:nvSpPr>
        <p:spPr>
          <a:xfrm>
            <a:off x="775216" y="4357211"/>
            <a:ext cx="110368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Designed Tkinter-based UI.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5216" y="4789051"/>
            <a:ext cx="110368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Integrated Matplotlib for live graph plotting.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5216" y="5220891"/>
            <a:ext cx="110368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Added theme toggle &amp; UI customization features.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5216" y="5774531"/>
            <a:ext cx="110368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Team Member 3:</a:t>
            </a: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2400" b="1" i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(Process Management &amp; Controls)</a:t>
            </a:r>
            <a:endParaRPr lang="en-US" sz="2400" b="1" dirty="0"/>
          </a:p>
        </p:txBody>
      </p:sp>
      <p:sp>
        <p:nvSpPr>
          <p:cNvPr id="12" name="Text 10"/>
          <p:cNvSpPr/>
          <p:nvPr/>
        </p:nvSpPr>
        <p:spPr>
          <a:xfrm>
            <a:off x="775216" y="6328172"/>
            <a:ext cx="110368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Developed process kill/start functionality.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5216" y="6760012"/>
            <a:ext cx="110368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Implemented sorting, filtering, and exporting.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5216" y="7191851"/>
            <a:ext cx="110368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20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Optimized refresh rate &amp; process updates.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59997" y="1832610"/>
            <a:ext cx="15026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7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6BA008-85DF-DBD1-8859-9B52B528E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7055" y="7778457"/>
            <a:ext cx="1853345" cy="451143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1A0CE50-4263-176E-42C9-CBEA6656B689}"/>
              </a:ext>
            </a:extLst>
          </p:cNvPr>
          <p:cNvCxnSpPr>
            <a:cxnSpLocks/>
          </p:cNvCxnSpPr>
          <p:nvPr/>
        </p:nvCxnSpPr>
        <p:spPr>
          <a:xfrm>
            <a:off x="579863" y="3704621"/>
            <a:ext cx="12801600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AD9C7FDC-5252-9276-39AC-D9F2BBA2F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63" y="5665730"/>
            <a:ext cx="12808806" cy="60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C80B969-EC86-7ADD-E0BF-B69E0F531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51" y="1300061"/>
            <a:ext cx="8961449" cy="2029522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57136"/>
            <a:ext cx="98667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b="1" dirty="0">
                <a:solidFill>
                  <a:srgbClr val="2E2E47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Tools &amp; Technologies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6000" b="1" dirty="0">
                <a:solidFill>
                  <a:srgbClr val="2E2E47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Used</a:t>
            </a:r>
            <a:endParaRPr lang="en-US" sz="6000" b="1" dirty="0">
              <a:latin typeface="Tomorrow" panose="020B0604020202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573423"/>
            <a:ext cx="93852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Programming Language:</a:t>
            </a:r>
            <a:r>
              <a:rPr lang="en-US" sz="28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Python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93790" y="4015621"/>
            <a:ext cx="93852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Graphing Library:</a:t>
            </a:r>
            <a:r>
              <a:rPr lang="en-US" sz="28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Matplotlib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93790" y="4457819"/>
            <a:ext cx="93852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System Monitoring:</a:t>
            </a:r>
            <a:r>
              <a:rPr lang="en-US" sz="28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psutil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93790" y="4900017"/>
            <a:ext cx="93852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Graphical UI:</a:t>
            </a:r>
            <a:r>
              <a:rPr lang="en-US" sz="28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Tkinter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93790" y="5342215"/>
            <a:ext cx="93852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Data Handling &amp; Exporting:</a:t>
            </a:r>
            <a:r>
              <a:rPr lang="en-US" sz="28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CSV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3CC4823-0C1F-6F69-2512-DC884A024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89" y="4521366"/>
            <a:ext cx="13327011" cy="7011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F81035-09B0-673F-743D-FCA8FF7D1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24978"/>
            <a:ext cx="13327011" cy="7011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1213723"/>
            <a:ext cx="77557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b="1" dirty="0">
                <a:solidFill>
                  <a:srgbClr val="2E2E47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Conclusion &amp; Future Scope</a:t>
            </a:r>
            <a:endParaRPr lang="en-US" sz="6000" b="1" dirty="0">
              <a:latin typeface="Tomorrow" panose="020B06040202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376130"/>
            <a:ext cx="13042821" cy="468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🎯</a:t>
            </a:r>
            <a:r>
              <a:rPr lang="en-US" sz="22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28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Key Achievements: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3790" y="31000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Successfully developed a </a:t>
            </a:r>
            <a:r>
              <a:rPr lang="en-US" sz="24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real-time monitoring system</a:t>
            </a: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93790" y="35422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Integrated </a:t>
            </a:r>
            <a:r>
              <a:rPr lang="en-US" sz="24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process management features</a:t>
            </a: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93790" y="39844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Created a </a:t>
            </a:r>
            <a:r>
              <a:rPr lang="en-US" sz="24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user-friendly, efficient, and lightweight</a:t>
            </a: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tool.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93790" y="4649806"/>
            <a:ext cx="13042821" cy="468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🚀</a:t>
            </a:r>
            <a:r>
              <a:rPr lang="en-US" sz="22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28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Future Enhancements: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93790" y="53263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Add </a:t>
            </a:r>
            <a:r>
              <a:rPr lang="en-US" sz="24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historical data tracking &amp; logs</a:t>
            </a: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93790" y="57685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Implement </a:t>
            </a:r>
            <a:r>
              <a:rPr lang="en-US" sz="24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network usage monitoring</a:t>
            </a: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3790" y="62107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Introduce </a:t>
            </a:r>
            <a:r>
              <a:rPr lang="en-US" sz="24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AI-based anomaly detection for processes</a:t>
            </a: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93790" y="66529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Support </a:t>
            </a:r>
            <a:r>
              <a:rPr lang="en-US" sz="2400" b="1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multi-device monitoring via a web interface</a:t>
            </a:r>
            <a:r>
              <a:rPr lang="en-US" sz="2400" dirty="0">
                <a:solidFill>
                  <a:srgbClr val="3C393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FE1CDF-0DDA-1FAF-6196-DAD6E6285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0148" y="7737294"/>
            <a:ext cx="1853345" cy="4511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6000" b="1" dirty="0">
                <a:solidFill>
                  <a:srgbClr val="2E2E47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Thank You!</a:t>
            </a:r>
            <a:endParaRPr lang="en-US" sz="6000" b="1" dirty="0">
              <a:latin typeface="Tomorrow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C8022B-818B-033A-EBFA-650898214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7055" y="7733852"/>
            <a:ext cx="1853345" cy="4511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490</Words>
  <Application>Microsoft Office PowerPoint</Application>
  <PresentationFormat>Custom</PresentationFormat>
  <Paragraphs>94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Tomorrow Semi Bold</vt:lpstr>
      <vt:lpstr>Tomorrow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Shraddha Gupta</cp:lastModifiedBy>
  <cp:revision>7</cp:revision>
  <dcterms:created xsi:type="dcterms:W3CDTF">2025-04-04T21:22:23Z</dcterms:created>
  <dcterms:modified xsi:type="dcterms:W3CDTF">2025-04-04T23:09:06Z</dcterms:modified>
</cp:coreProperties>
</file>